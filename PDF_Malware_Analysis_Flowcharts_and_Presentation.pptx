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43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4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0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5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70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98670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838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132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5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219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57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22003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178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872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820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2986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11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025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041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142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60111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4468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1760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864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39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7357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23444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PDF MALWARE ANALYSIS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BD5E1"/>
                </a:solidFill>
              </a:defRPr>
            </a:pPr>
            <a:r>
              <a:t>Static Analysis • IOC Detection • Risk Assessment • Reporting</a:t>
            </a:r>
          </a:p>
          <a:p>
            <a:pPr algn="ctr">
              <a:defRPr sz="1700">
                <a:solidFill>
                  <a:srgbClr val="94A3B8"/>
                </a:solidFill>
              </a:defRPr>
            </a:pPr>
            <a:r>
              <a:t>Project Flowcharts &amp; Working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Created by Nilay 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3920" y="1371600"/>
            <a:ext cx="11444159" cy="2954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Purpose: analyze suspicious PDF documents using safe static-analysis techniques.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Detect PDF structures commonly associated with JavaScript, automatic actions,</a:t>
            </a:r>
            <a:endParaRPr lang="en-US" dirty="0"/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 embedded content and network indicators.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Generate a weighted risk score and structured security findings.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Frontend: HTML/CSS/JavaScript. Backend: Python Flask. Analysis engine: Python PDF parsing </a:t>
            </a:r>
            <a:endParaRPr lang="en-US" dirty="0"/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and pattern analysis.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rPr dirty="0"/>
              <a:t>All testing should use isolated, authorized samples; do not execute unknown PDFs on the host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Frontend → Flask backend → analysis engine →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92024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HTML / CSS / JS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68880" y="2286000"/>
            <a:ext cx="50292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71800" y="1828800"/>
            <a:ext cx="18288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Flask</a:t>
            </a:r>
            <a:br/>
            <a:r>
              <a:t>app.py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0600" y="2286000"/>
            <a:ext cx="50292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03520" y="1828800"/>
            <a:ext cx="21031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PDF Analyzer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2286000"/>
            <a:ext cx="50292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909560" y="1508760"/>
            <a:ext cx="17373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423160"/>
            <a:ext cx="17373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Keywords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9800" y="1508760"/>
            <a:ext cx="17373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423160"/>
            <a:ext cx="17373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Risk Engine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154680"/>
            <a:ext cx="0" cy="73152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0" y="3886200"/>
            <a:ext cx="329184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Results /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Main Workflow / Flowchart</a:t>
            </a:r>
          </a:p>
        </p:txBody>
      </p:sp>
      <p:sp>
        <p:nvSpPr>
          <p:cNvPr id="3" name="Oval 2"/>
          <p:cNvSpPr/>
          <p:nvPr/>
        </p:nvSpPr>
        <p:spPr>
          <a:xfrm>
            <a:off x="3749039" y="1234440"/>
            <a:ext cx="4572000" cy="393192"/>
          </a:xfrm>
          <a:prstGeom prst="ellipse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35040" y="1627632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49039" y="1719072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Select / Upload PDF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112264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49039" y="2203704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Validate &amp; Hash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0" y="2596896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2688336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Extract 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3081528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3172968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Scan Suspicious Keywords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3566160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3657600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Enumerate / Inspect Objects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4050791"/>
            <a:ext cx="0" cy="91441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49039" y="4142232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Extract IOCs &amp; Analyze JS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4535424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49039" y="4626864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Calculate Risk Score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0" y="5020056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49039" y="5111496"/>
            <a:ext cx="4572000" cy="3931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Generate Report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5504688"/>
            <a:ext cx="0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749039" y="5596128"/>
            <a:ext cx="4572000" cy="393192"/>
          </a:xfrm>
          <a:prstGeom prst="ellipse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Working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a PDF moves through the toolkit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PDF upload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Filename + file 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221992"/>
            <a:ext cx="292608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04288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PREPROCESS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SHA-256 / MD5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Read PDF structure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95928" y="2221992"/>
            <a:ext cx="292608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88536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STATIC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Metadata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Keywords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Objects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0175" y="2221992"/>
            <a:ext cx="292608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72783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JavaScript patterns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URLs / IPs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Embedded content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64423" y="2221992"/>
            <a:ext cx="292608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57031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Weighted rules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Risk score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Severity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48672" y="2221992"/>
            <a:ext cx="292608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241280" y="1920240"/>
            <a:ext cx="169164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697480"/>
            <a:ext cx="1691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BD5E1"/>
                </a:solidFill>
              </a:defRPr>
            </a:pPr>
            <a:r>
              <a:t>Dashboard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IOC list</a:t>
            </a:r>
          </a:p>
          <a:p>
            <a:pPr algn="ctr">
              <a:defRPr sz="1200">
                <a:solidFill>
                  <a:srgbClr val="CBD5E1"/>
                </a:solidFill>
              </a:defRPr>
            </a:pPr>
            <a:r>
              <a:t>Security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67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Author, creator, producer, 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10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MD5, SHA-256 file fingerprints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11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Keyword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53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/JavaScript, /JS, /OpenAction, /Launch, /EmbeddedFile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54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IOC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URLs, IPv4 addresses and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JavaScript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67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Suspicious functions and obfuscation indicators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468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10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Weighted indicators → severity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11880"/>
            <a:ext cx="498348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5312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HTML/PDF/JSON-ready structured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 Scoring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271016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0" y="1271016"/>
            <a:ext cx="301752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0" y="122529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OpenAction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883664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1883664"/>
            <a:ext cx="2414016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0" y="183794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9736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EmbeddedFile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496312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2496312"/>
            <a:ext cx="3621023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245059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7238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Launch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108960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3108960"/>
            <a:ext cx="2414016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30632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8503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URL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721608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0" y="3721608"/>
            <a:ext cx="1207008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6758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976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Obfuscation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334256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0" y="4334256"/>
            <a:ext cx="3621023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428853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1032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Shellcode indicator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946904"/>
            <a:ext cx="603504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4946904"/>
            <a:ext cx="6035040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0" y="490118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+50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5623560"/>
            <a:ext cx="21031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Severity: 0–20 SAFE</a:t>
            </a:r>
            <a:br/>
            <a:r>
              <a:t>21–40 LOW • 41–60 MEDIUM • 61–80 HIGH • 81+ CRITICAL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Expected Analysis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24231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2148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BD5E1"/>
                </a:solidFill>
              </a:defRPr>
            </a:pPr>
            <a:r>
              <a:t>Filename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MD5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SHA-256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08760"/>
            <a:ext cx="24231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331720"/>
            <a:ext cx="2148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BD5E1"/>
                </a:solidFill>
              </a:defRPr>
            </a:pPr>
            <a:r>
              <a:t>Keywords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JavaScript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Embedded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24231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Network IOCs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331720"/>
            <a:ext cx="2148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BD5E1"/>
                </a:solidFill>
              </a:defRPr>
            </a:pPr>
            <a:r>
              <a:t>URLs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IP addresses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39" y="1508760"/>
            <a:ext cx="242316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9" y="2331720"/>
            <a:ext cx="2148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CBD5E1"/>
                </a:solidFill>
              </a:defRPr>
            </a:pPr>
            <a:r>
              <a:t>Risk score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Severity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Mitigations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709160"/>
            <a:ext cx="722376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Final deliverable: structured malware-analysis report + dashboard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Demonstration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1. Open the Flask dashboard in the browser.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2. Select an authorized, safe-to-analyze PDF sample.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3. Upload the PDF and start the scan.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4. Backend computes hashes and runs static-analysis modules.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5. Dashboard presents metadata, indicators, IOCs and risk score.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6. Export the structured report and document the findings.</a:t>
            </a:r>
          </a:p>
          <a:p>
            <a:pPr>
              <a:spcAft>
                <a:spcPts val="1200"/>
              </a:spcAft>
              <a:defRPr sz="1800">
                <a:solidFill>
                  <a:srgbClr val="CBD5E1"/>
                </a:solidFill>
              </a:defRPr>
            </a:pPr>
            <a:r>
              <a:t>7. Never execute unknown PDFs on the analyst's host machine.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37849" cy="30623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Current scope: automated static analysis, indicator extraction, risk scoring and reporting.</a:t>
            </a:r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Future scope: deeper object parsing, stream inspection, scan history, threat-intelligence 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API integration and richer reporting.</a:t>
            </a:r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Potential extensions: sandbox integration in an isolated environment and ML-based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 classification using extracted PDF features.</a:t>
            </a:r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Project goal: provide a safe, repeatable workflow for understanding and documenting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CBD5E1"/>
                </a:solidFill>
              </a:defRPr>
            </a:pPr>
            <a:r>
              <a:rPr dirty="0"/>
              <a:t> suspicious PDF artifacts.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PDF Malware Analysis Toolkit  |  Nilay N.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BBD2A-6B94-9FF6-A53F-93BB57C3B8FC}"/>
              </a:ext>
            </a:extLst>
          </p:cNvPr>
          <p:cNvSpPr txBox="1"/>
          <p:nvPr/>
        </p:nvSpPr>
        <p:spPr>
          <a:xfrm>
            <a:off x="4590288" y="3048976"/>
            <a:ext cx="5623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THANK YOU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75546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</TotalTime>
  <Words>612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Nilay</dc:creator>
  <cp:keywords/>
  <dc:description>generated using python-pptx</dc:description>
  <cp:lastModifiedBy>Nilay Nischal</cp:lastModifiedBy>
  <cp:revision>2</cp:revision>
  <dcterms:created xsi:type="dcterms:W3CDTF">2013-01-27T09:14:16Z</dcterms:created>
  <dcterms:modified xsi:type="dcterms:W3CDTF">2026-08-19T16:21:31Z</dcterms:modified>
  <cp:category/>
</cp:coreProperties>
</file>